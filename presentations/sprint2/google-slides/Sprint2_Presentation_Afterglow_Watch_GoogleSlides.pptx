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nG7ap/Rr3EwEmK5/nUoSLINc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0" Type="http://customschemas.google.com/relationships/presentationmetadata" Target="metadata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0:00–0:10. One sentence: “Afterglow is a dress watch with two hidden buttons: I’m Home and SOS.” Then straight into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0:10–0:25. Tell it as a story: phones die, signal fails in packed bars, the group splits for Ubers and restrooms. Pause on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0:25–0:40. Key pivot from 12 Sprint 1 interviews. Finding friends already exists (Totem, Lynq, mostly festival products). The unsolved part: knowing everyone got home, and asking for help without a phone. Today one 'group parent' chases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0:40–0:55. H1 and H2 come from our usability test (Firefly_User_Test). Success bar for each: at least 8 of 10 testers. Say the bar, then move on: results come on the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0:55–1:15. Walk the four numbers. Everything you see is in the repo: 3D model, Cycles renders, technical design and parts list. 34 mm · ~30 g · ~13 h heavy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1:15–1:35. Point at each row. Crown: press for I'm Home, press again within 5 s to cancel. Pusher: hold 3 s for SOS, press twice in the grace window to cancel. Finding a friend and Come Find Me live in the app; the separation alert is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1:35–1:50. No wrist-sized radio reaches 6 miles directly, so the device picks the best link: ultra-wideband up close, LoRa across a venue, LTE-M cellular beyond 1 km. LTE-M and NB-IoT are built for weak signal (about 20 dB more reach than phone LTE), so they get into basements. Fallback: Amazon Sidewalk. None of it needs the wearer's phone. Privacy: only your group, key expires at the end of the night, encrypted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1:50–2:05. Built, all live in the GitHub repo: the 3D model, photoreal Cycles renders, the installable app, the website with a working waitlist, the promo film, and a technical design + parts list (~$247 per prototype). Not yet: a hardware prototype, FCC/carrier certification, a custom PCB. Cut on purpose: accounts and logins, app-store release, maps up close: none of them test our two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2:05–2:35. Click the video to play the 28-second cut (the full 68-second film is at https://wendyxlin.github.io/firefly-band/afterglow-watch/media/afterglow-promo.mp4). Say nothing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2:35–3:15. Live: open https://wendyxlin.github.io/firefly-band/afterglow-watch/app/ on a phone (or this laptop). Flow: start the night → simulate a friend drifting away → find a friend (distance counts down) → I'm home → SOS from the watch. If the live demo fails, click the recording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3:15–3:35. Show https://wendyxlin.github.io/firefly-band/afterglow-watch/: scroll to the buttons, the app, range, design. Then the waitlist test: type a test name, submit, and show the confirmation. The recording submits 'Test - Sprint 2 demo' (intercepted, so it didn't add a row). Live, submit a test entry and show it arriving in the Firefly waitlist Google Form responses. Say the real number of sign-ups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3:35–3:48. We iterated the form factor three times with agents doing the rebuilds (3D model, renders, app, site, film each time). Biggest technical challenge: 6-mile range with no phone. A wrist radio can't do it, so we added LTE-M cellular with Sidewalk as a fallback, and re-did the battery and weight budgets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3:48–4:05. Our test is the Firefly_User_Test page: same laptop, same researcher, 10 testers, no hints. Consent and an anonymous code (P01–P10), no names. Task 1: phone dead in a crowded club, find a hidden friend on a 7×7 floor plan using only the LED, which flashes faster as you get closer; 120 s limit, asking for a hint is recorded. Task 2: the night is over, what do you naturally do? The first button pressed is recorded. Then a short survey and one direct quote. Be upfront: it is a simulation, so it tests whether people understand the interaction, not radio range. For the watch, HOME is the crown and FIND is the app's Find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4:05–4:25. FILL IN before presenting: the numbers come from the Firefly_User_Test dashboard (Export CSV: h1WithoutHelp, h1Seconds, h1HelpUsed, h2Independent, clarity, usefulness, wouldWear, directQuote). Colour one person orange per tester who passed (replace the grey icon with the orange one from the template). Read ONE quote; all ten are in the appendix. Our bar was 8/10 for H1 and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4:25–4:37. One line per icon. 'Validated' comes from the test results; fill it in. The other two are from the build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4:37–4:53. Top three next steps. Biggest risk: Weight (~32 g as drawn vs. 29 g target) and 13 h of battery on a heavy night. Go-to-market: start with friend groups that already go out together (club teams, Greek life, roommates), price $149–199 with no monthly fee (data bundled), convert the waitlist into pre-orders. Reorder the steps if testers asked for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4:53–5:00. Close the loop with the opening story: same night, everyone accounted for. End on the image,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presented. The rubric requires 10 direct user quotes: paste them from the user-test CSV (directQuote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Q&amp;A. Full numbers and sources: technical/TECHNICAL_DESIGN.md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">
  <p:cSld name="TITLE_L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7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17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7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7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title"/>
          </p:nvPr>
        </p:nvSpPr>
        <p:spPr>
          <a:xfrm>
            <a:off x="685800" y="141732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18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8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8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8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 txBox="1"/>
          <p:nvPr>
            <p:ph type="title"/>
          </p:nvPr>
        </p:nvSpPr>
        <p:spPr>
          <a:xfrm>
            <a:off x="685800" y="868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19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9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9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9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9"/>
          <p:cNvCxnSpPr/>
          <p:nvPr/>
        </p:nvCxnSpPr>
        <p:spPr>
          <a:xfrm>
            <a:off x="0" y="105156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" name="Google Shape;3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9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type="title"/>
          </p:nvPr>
        </p:nvSpPr>
        <p:spPr>
          <a:xfrm>
            <a:off x="914400" y="603504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21.png"/><Relationship Id="rId9" Type="http://schemas.openxmlformats.org/officeDocument/2006/relationships/image" Target="../media/image31.png"/><Relationship Id="rId10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jpg"/><Relationship Id="rId4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Arial"/>
              </a:rPr>
              <a:t>Afterglow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42976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A dress watch with two hidden buttons: I’m Home and 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F55F39"/>
                </a:solidFill>
                <a:latin typeface="Arial"/>
              </a:rPr>
              <a:t>Stay close. Go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20440"/>
            <a:ext cx="40233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40233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Wendy, Ava, Yvonne, Lucas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91440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330x3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11:47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1148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Your phone is at 3%.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No signal.</a:t>
            </a:r>
          </a:p>
          <a:p>
            <a:pPr algn="l"/>
            <a:r>
              <a:rPr sz="2200" b="0" i="1">
                <a:solidFill>
                  <a:srgbClr val="F55F39"/>
                </a:solidFill>
                <a:latin typeface="Arial"/>
              </a:rPr>
              <a:t>Where did Maya go?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05840"/>
            <a:ext cx="356616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From Discovery to Building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468880" cy="246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34440"/>
            <a:ext cx="2468880" cy="246888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886200" y="2240280"/>
            <a:ext cx="109728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Arial"/>
              </a:rPr>
              <a:t>DISCOVERY · 12 INTERVIEWS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One friend chases everyone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9476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55F39"/>
                </a:solidFill>
                <a:latin typeface="Arial"/>
              </a:rPr>
              <a:t>PIVOT</a:t>
            </a:r>
          </a:p>
          <a:p>
            <a:pPr algn="l"/>
            <a:r>
              <a:rPr sz="1300" b="0" i="0">
                <a:solidFill>
                  <a:srgbClr val="F55F39"/>
                </a:solidFill>
                <a:latin typeface="Arial"/>
              </a:rPr>
              <a:t>Everyone checks in themselves, even with a dead phone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Bets, Two Bars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pp-friends_112x2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252728"/>
            <a:ext cx="1033271" cy="2148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a friend, no map?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find a hidden friend using only the buzz / light / distance, no hints, in ≤ 120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2-home_365x2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3337560" cy="20574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800600" y="3584448"/>
            <a:ext cx="457200" cy="457200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Say “I’m home” unprompted?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press I’m home as their first action when the night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Meet Afterglow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931920" cy="3154680"/>
          </a:xfrm>
          <a:prstGeom prst="roundRect">
            <a:avLst>
              <a:gd name="adj" fmla="val 5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buttons_409x3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749039" cy="2971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92040" y="1261872"/>
            <a:ext cx="384048" cy="38404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16151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Crown · 3 o’clock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904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I’m Home. Press again within 5 s = cancel.</a:t>
            </a:r>
          </a:p>
        </p:txBody>
      </p:sp>
      <p:sp>
        <p:nvSpPr>
          <p:cNvPr id="8" name="Oval 7"/>
          <p:cNvSpPr/>
          <p:nvPr/>
        </p:nvSpPr>
        <p:spPr>
          <a:xfrm>
            <a:off x="4892040" y="1993391"/>
            <a:ext cx="384048" cy="384048"/>
          </a:xfrm>
          <a:prstGeom prst="ellipse">
            <a:avLst/>
          </a:prstGeom>
          <a:solidFill>
            <a:srgbClr val="C6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476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Pusher · 2 o’clock (red 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21991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Hold 3 s = SOS. Press twice in the grace window = cancel.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2724912"/>
            <a:ext cx="384048" cy="38404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Mother-of-pearl dial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5351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Lights through the markers: lavender (apart), green (home), red (SOS).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3456432"/>
            <a:ext cx="384048" cy="38404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1071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Radios under the dial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68503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UWB (0–30 m) · LoRa (1 km) · LTE-M (6+ mi). Antennas in the strap.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16052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92040" y="4160520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34 mm · ~30 g · ~13 h heavy night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Buttons, Zero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7719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771900" cy="384048"/>
          </a:xfrm>
          <a:prstGeom prst="roundRect">
            <a:avLst>
              <a:gd name="adj" fmla="val 25000"/>
            </a:avLst>
          </a:prstGeom>
          <a:solidFill>
            <a:srgbClr val="2F8A5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34975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CROWN · I’M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I’m Home to the 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7919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again ≤ 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1693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300" y="1234440"/>
            <a:ext cx="37719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86300" y="1234440"/>
            <a:ext cx="3771900" cy="384048"/>
          </a:xfrm>
          <a:prstGeom prst="roundRect">
            <a:avLst>
              <a:gd name="adj" fmla="val 25000"/>
            </a:avLst>
          </a:prstGeom>
          <a:solidFill>
            <a:srgbClr val="C62E3D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23460" y="1234440"/>
            <a:ext cx="34975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PUSHER · 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4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62E3D"/>
                </a:solidFill>
                <a:latin typeface="Arial"/>
              </a:rPr>
              <a:t>▬ 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2140" y="181051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2140" y="204825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SOS + live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4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C62E3D"/>
                </a:solidFill>
                <a:latin typeface="Arial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2140" y="267919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twice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2140" y="291693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 (5–10 s grace)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13632"/>
            <a:ext cx="7772400" cy="457200"/>
          </a:xfrm>
          <a:prstGeom prst="roundRect">
            <a:avLst>
              <a:gd name="adj" fmla="val 3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391363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Automatic: separation alert (10–30 m radius, 1/2/5 min delay)  ·  In the app: Find friends, Come Find 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It Reaches 6+ Miles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463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0–30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BADB1"/>
                </a:solidFill>
                <a:latin typeface="Arial"/>
              </a:rPr>
              <a:t>UWB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Distance to the 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30 m–1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A9F3F"/>
                </a:solidFill>
                <a:latin typeface="Arial"/>
              </a:rPr>
              <a:t>LoRa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Device to device, no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2011680"/>
            <a:ext cx="2971800" cy="237744"/>
          </a:xfrm>
          <a:prstGeom prst="roundRect">
            <a:avLst>
              <a:gd name="adj" fmla="val 50000"/>
            </a:avLst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 km–6+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5F39"/>
                </a:solidFill>
                <a:latin typeface="Arial"/>
              </a:rPr>
              <a:t>LTE-M cellular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Built for one bar, basements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Fallback when there’s no signal at all: Amazon Sidewalk and passing phones  ·  I’m home and SOS never need your phone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F1B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Only your group sees you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118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2335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Key expires at end of night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118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29400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Nothing stored on a server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Built (and Didn’t)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20640" cy="292608"/>
          </a:xfrm>
          <a:prstGeom prst="roundRect">
            <a:avLst>
              <a:gd name="adj" fmla="val 3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8872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2286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NOT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watch-mockup_95x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36776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3D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2-hero_95x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1636776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3351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Cycles renders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p-home_47x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1636776"/>
            <a:ext cx="429768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6624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App (PWA)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watch-site-poster_95x9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1636776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39896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Site + waitlist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8888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watch-film-poster_95x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1636776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3168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Promo film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64592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Hardware prototype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164592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656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FCC + carrier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112" y="164592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Custom PCB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17520"/>
            <a:ext cx="7772400" cy="13258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3090672"/>
            <a:ext cx="74066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Claude Code (agents) · three.js · Blender Cycles · HTML/JS PWA + Web Bluetooth · Google Forms · GitHub Pages · Playwright + ffmpeg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 ON PURPOSE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Find and Come Find Me buttons (now in the app), maps up close, accounts and logins.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Film</a:t>
            </a:r>
          </a:p>
        </p:txBody>
      </p:sp>
      <p:pic>
        <p:nvPicPr>
          <p:cNvPr id="3" name="Picture 2" descr="watch-film-poster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6309360" cy="354787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Oval 3"/>
          <p:cNvSpPr/>
          <p:nvPr/>
        </p:nvSpPr>
        <p:spPr>
          <a:xfrm>
            <a:off x="4251960" y="2596896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the App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Start the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52704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Create the group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3911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Drift +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304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Separation alert, distance to the metre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34639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816351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Home + 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81527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From the watch, no phone needed</a:t>
            </a:r>
          </a:p>
        </p:txBody>
      </p:sp>
      <p:pic>
        <p:nvPicPr>
          <p:cNvPr id="12" name="Picture 11" descr="qr_1490247349971428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657600"/>
            <a:ext cx="2103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Try it on your phone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wendyxlin.github.io/firefly-band/afterglow-watch/app/</a:t>
            </a:r>
          </a:p>
        </p:txBody>
      </p:sp>
      <p:pic>
        <p:nvPicPr>
          <p:cNvPr id="14" name="Picture 13" descr="watch-app-poster_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188720"/>
            <a:ext cx="4846320" cy="272491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Oval 14"/>
          <p:cNvSpPr/>
          <p:nvPr/>
        </p:nvSpPr>
        <p:spPr>
          <a:xfrm>
            <a:off x="5715000" y="2231136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950208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 of the app (click to play), backup for the live demo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Website + Waitlist Test</a:t>
            </a:r>
          </a:p>
        </p:txBody>
      </p:sp>
      <p:pic>
        <p:nvPicPr>
          <p:cNvPr id="3" name="Picture 2" descr="watch-site-poster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5120640" cy="28803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Oval 3"/>
          <p:cNvSpPr/>
          <p:nvPr/>
        </p:nvSpPr>
        <p:spPr>
          <a:xfrm>
            <a:off x="2926079" y="2308860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Recording: scroll the site, then submit a test sign-up (click to play)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72200" y="1261872"/>
            <a:ext cx="219456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WAITLIST = DEMAND TEST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[ N ] sign-ups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Same Google Form for every version: name, email, how often they go out, what matters most</a:t>
            </a:r>
          </a:p>
        </p:txBody>
      </p:sp>
      <p:pic>
        <p:nvPicPr>
          <p:cNvPr id="8" name="Picture 7" descr="qr_29354637438469931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8892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160" y="283464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Open the site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wendyxlin.github.io/firefly-band/afterglow-watch/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Process: Three Designs, One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refly-product-champagne_224x1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43584"/>
            <a:ext cx="2048256" cy="135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v1 · Bangle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watch-hero_224x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43584"/>
            <a:ext cx="2048256" cy="1353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Watch · Find + Safety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2356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2-hero_224x1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43584"/>
            <a:ext cx="2048256" cy="1353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55F39"/>
                </a:solidFill>
                <a:latin typeface="Arial"/>
              </a:rPr>
              <a:t>Afterglow · Home + 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DECISION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Hide it in a watch. Two buttons only: crown = I’m Home, pusher = SOS. Finding moved to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A9F3F"/>
                </a:solidFill>
                <a:latin typeface="Arial"/>
              </a:rPr>
              <a:t>BIGGEST CHALLENGE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6 miles with a dead phone. Fix: LTE-M cellular + Sidewalk, new battery and weight budgets.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62472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Find and Come Find Me buttons (now in the app), maps up close, accounts and logins.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We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5895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94360" y="1097280"/>
            <a:ext cx="292608" cy="29260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371600"/>
            <a:ext cx="685800" cy="68580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4248" y="1536192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47672" y="1481328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F8A5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Consent +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Anonymous P01–P10. No names, no tracking.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68193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75508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590495" y="1097280"/>
            <a:ext cx="292608" cy="292608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3999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01898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09797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5176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6255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33495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841394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193999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301898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55F39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409797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5176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6255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33495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841394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193999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301898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409797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5176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6255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33495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841394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193999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301898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409797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5176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6255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733495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841394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193999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301898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409797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5176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6255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733495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841394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3193999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3301898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3409797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35176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6255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3733495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3841394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3193999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3301898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3409797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35176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36255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733495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3841394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4035247" y="1481328"/>
            <a:ext cx="146304" cy="146304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70655" y="16459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LED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7337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1 · Find a friend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337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Phone dead in a packed club. Move with arrows; the LED flashes faster as you get closer. 120 s, hints recorded.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492447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467807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475122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586630" y="1097280"/>
            <a:ext cx="292608" cy="29260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79238" y="1417320"/>
            <a:ext cx="1371600" cy="603504"/>
          </a:xfrm>
          <a:prstGeom prst="roundRect">
            <a:avLst>
              <a:gd name="adj" fmla="val 50000"/>
            </a:avLst>
          </a:prstGeom>
          <a:solidFill>
            <a:srgbClr val="E6C07A"/>
          </a:solidFill>
          <a:ln w="1905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4952390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FIND</a:t>
            </a:r>
          </a:p>
        </p:txBody>
      </p:sp>
      <p:sp>
        <p:nvSpPr>
          <p:cNvPr id="74" name="Oval 73"/>
          <p:cNvSpPr/>
          <p:nvPr/>
        </p:nvSpPr>
        <p:spPr>
          <a:xfrm>
            <a:off x="5757062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HOME</a:t>
            </a:r>
          </a:p>
        </p:txBody>
      </p:sp>
      <p:sp>
        <p:nvSpPr>
          <p:cNvPr id="75" name="Oval 74"/>
          <p:cNvSpPr/>
          <p:nvPr/>
        </p:nvSpPr>
        <p:spPr>
          <a:xfrm>
            <a:off x="5501030" y="1655064"/>
            <a:ext cx="118872" cy="118872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76951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2 · Night is over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951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“What would you naturally do?” No prompt. The first button pressed is recorded.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48858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667420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674735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582765" y="1097280"/>
            <a:ext cx="292608" cy="29260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11365" y="132588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Clarity  ●●●●○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Useful   ●●●●●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Wear?  Yes · Maybe · No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“…in their words”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564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Quick survey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564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Clarity 1–5 · usefulness 1–5 · would you wear it? · one direct quote · what to change.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580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296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WHAT WE MEASURE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H1 · found the friend with no hint in ≤ 120 s (+ time, hint use)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H2 · first action = I’m home (+ time to first action)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80060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HONEST LIMITS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A simulation: fictional distances (not UWB), and no real check-in is sent. It tests whether the interaction is understandable, not radio range. Watch: HOME = crown, FIND = the app.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10 People Tried 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1872"/>
            <a:ext cx="228600" cy="3474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261872"/>
            <a:ext cx="228600" cy="3474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261872"/>
            <a:ext cx="228600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261872"/>
            <a:ext cx="228600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261872"/>
            <a:ext cx="228600" cy="3474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261872"/>
            <a:ext cx="228600" cy="34747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261872"/>
            <a:ext cx="228600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261872"/>
            <a:ext cx="228600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261872"/>
            <a:ext cx="228600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261872"/>
            <a:ext cx="22860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1225295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H1 · found the hidden friend, no hints, ≤ 120 s  (bar: 8/10)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39"/>
            <a:ext cx="228600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20239"/>
            <a:ext cx="228600" cy="34747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20239"/>
            <a:ext cx="228600" cy="34747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920239"/>
            <a:ext cx="228600" cy="3474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20239"/>
            <a:ext cx="228600" cy="34747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39"/>
            <a:ext cx="228600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920239"/>
            <a:ext cx="228600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20239"/>
            <a:ext cx="228600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920239"/>
            <a:ext cx="228600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920239"/>
            <a:ext cx="22860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29000" y="1883663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901951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H2 · pressed I’m home first, unprompted  (bar: 8/10)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228600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78608"/>
            <a:ext cx="228600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578608"/>
            <a:ext cx="228600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578608"/>
            <a:ext cx="228600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578608"/>
            <a:ext cx="228600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78608"/>
            <a:ext cx="228600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578608"/>
            <a:ext cx="228600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578608"/>
            <a:ext cx="228600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578608"/>
            <a:ext cx="228600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578608"/>
            <a:ext cx="228600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29000" y="2542032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256032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would wear it on a night 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Median find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s]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9748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Asked for a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clarity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4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69748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usefulness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310128"/>
            <a:ext cx="3794760" cy="1024128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800600" y="3383280"/>
            <a:ext cx="35661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0000"/>
                </a:solidFill>
                <a:latin typeface="Arial"/>
              </a:rPr>
              <a:t>“[Strongest tester quote]”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Tester, [age, how often they go out]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Learned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325880"/>
            <a:ext cx="1097280" cy="109728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002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[from the 10 tests: which bet held up]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325880"/>
            <a:ext cx="1097280" cy="1097280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Surprised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No wrist radio reaches 6 miles, so we added LTE-M cellular, with Sidewalk as a fallback.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1325880"/>
            <a:ext cx="1097280" cy="10972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Would redo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Lock the form factor before building every output: we rebuilt them three times.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What’s Next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Dev-board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UWB + LoRa + LTE-M on two wrists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Bar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10 testers, real venue, real basement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Shrink + certify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Custom PCB, FCC, carrier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439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Arial"/>
              </a:rPr>
              <a:t>Biggest risk: Weight (~32 g as drawn vs. 29 g target) and 13 h of battery on a heavy night.   ·   GTM: friend groups first, $149–199, no monthly fee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2:47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051560"/>
            <a:ext cx="4206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55F39"/>
                </a:solidFill>
                <a:latin typeface="Arial"/>
              </a:rPr>
              <a:t>Everyone’s home.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10 Tester Quotes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1]”  Tester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2]”  Tester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3]”  Tester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4]”  Tester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5]”  Tester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6]”  Tester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7]”  Tester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8]”  Tester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9]”  Tester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4632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10]”  Tester 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Is It Buildable?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Range ≥ 6 mi, weak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23444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Feasible: LTE-M/NB-IoT (nRF9151), ~20 dB better than phone LTE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6504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Up-close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46504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UWB (DW3110): reliable 10–20 m in a crowd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58568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210 mAh round cell: ~13 h heavy night, ~45 h typical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770632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70632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~32 g as drawn; ~29 g with 32 mm case + thinner strap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Open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282696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Light through the dial; marker direction outdoors only; certification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Prototype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9476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~$247 per watch on dev 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2026-10-26T15:37:47Z</dcterms:created>
  <dc:creator>PptxGenJS</dc:creator>
</cp:coreProperties>
</file>